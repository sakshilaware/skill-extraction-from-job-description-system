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EA64F8-4863-4424-BB40-F1839A469F10}" v="33" dt="2026-09-07T17:05:13.5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shi Laware" userId="72924e70aaabf041" providerId="LiveId" clId="{C50E05C0-C6F1-45B3-A81A-0F7F02388402}"/>
    <pc:docChg chg="undo custSel modSld">
      <pc:chgData name="Sakshi Laware" userId="72924e70aaabf041" providerId="LiveId" clId="{C50E05C0-C6F1-45B3-A81A-0F7F02388402}" dt="2026-09-07T17:05:23.127" v="635" actId="207"/>
      <pc:docMkLst>
        <pc:docMk/>
      </pc:docMkLst>
      <pc:sldChg chg="modSp mod">
        <pc:chgData name="Sakshi Laware" userId="72924e70aaabf041" providerId="LiveId" clId="{C50E05C0-C6F1-45B3-A81A-0F7F02388402}" dt="2026-09-07T16:39:24.594" v="64" actId="207"/>
        <pc:sldMkLst>
          <pc:docMk/>
          <pc:sldMk cId="0" sldId="256"/>
        </pc:sldMkLst>
        <pc:spChg chg="mod">
          <ac:chgData name="Sakshi Laware" userId="72924e70aaabf041" providerId="LiveId" clId="{C50E05C0-C6F1-45B3-A81A-0F7F02388402}" dt="2026-09-07T16:39:24.594" v="64" actId="207"/>
          <ac:spMkLst>
            <pc:docMk/>
            <pc:sldMk cId="0" sldId="256"/>
            <ac:spMk id="5" creationId="{00000000-0000-0000-0000-000000000000}"/>
          </ac:spMkLst>
        </pc:spChg>
      </pc:sldChg>
      <pc:sldChg chg="modSp">
        <pc:chgData name="Sakshi Laware" userId="72924e70aaabf041" providerId="LiveId" clId="{C50E05C0-C6F1-45B3-A81A-0F7F02388402}" dt="2026-09-07T16:39:53.285" v="65"/>
        <pc:sldMkLst>
          <pc:docMk/>
          <pc:sldMk cId="0" sldId="257"/>
        </pc:sldMkLst>
        <pc:spChg chg="mod">
          <ac:chgData name="Sakshi Laware" userId="72924e70aaabf041" providerId="LiveId" clId="{C50E05C0-C6F1-45B3-A81A-0F7F02388402}" dt="2026-09-07T16:39:53.285" v="65"/>
          <ac:spMkLst>
            <pc:docMk/>
            <pc:sldMk cId="0" sldId="257"/>
            <ac:spMk id="5" creationId="{00000000-0000-0000-0000-000000000000}"/>
          </ac:spMkLst>
        </pc:spChg>
      </pc:sldChg>
      <pc:sldChg chg="modSp mod">
        <pc:chgData name="Sakshi Laware" userId="72924e70aaabf041" providerId="LiveId" clId="{C50E05C0-C6F1-45B3-A81A-0F7F02388402}" dt="2026-09-07T16:40:40.019" v="66"/>
        <pc:sldMkLst>
          <pc:docMk/>
          <pc:sldMk cId="0" sldId="258"/>
        </pc:sldMkLst>
        <pc:spChg chg="mod">
          <ac:chgData name="Sakshi Laware" userId="72924e70aaabf041" providerId="LiveId" clId="{C50E05C0-C6F1-45B3-A81A-0F7F02388402}" dt="2026-09-07T14:11:24.687" v="51"/>
          <ac:spMkLst>
            <pc:docMk/>
            <pc:sldMk cId="0" sldId="258"/>
            <ac:spMk id="7" creationId="{00000000-0000-0000-0000-000000000000}"/>
          </ac:spMkLst>
        </pc:spChg>
        <pc:spChg chg="mod">
          <ac:chgData name="Sakshi Laware" userId="72924e70aaabf041" providerId="LiveId" clId="{C50E05C0-C6F1-45B3-A81A-0F7F02388402}" dt="2026-09-07T14:12:31.412" v="54" actId="20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Sakshi Laware" userId="72924e70aaabf041" providerId="LiveId" clId="{C50E05C0-C6F1-45B3-A81A-0F7F02388402}" dt="2026-09-07T16:40:40.019" v="66"/>
          <ac:spMkLst>
            <pc:docMk/>
            <pc:sldMk cId="0" sldId="258"/>
            <ac:spMk id="13" creationId="{00000000-0000-0000-0000-000000000000}"/>
          </ac:spMkLst>
        </pc:spChg>
      </pc:sldChg>
      <pc:sldChg chg="modSp mod">
        <pc:chgData name="Sakshi Laware" userId="72924e70aaabf041" providerId="LiveId" clId="{C50E05C0-C6F1-45B3-A81A-0F7F02388402}" dt="2026-09-07T16:41:28.996" v="92"/>
        <pc:sldMkLst>
          <pc:docMk/>
          <pc:sldMk cId="0" sldId="259"/>
        </pc:sldMkLst>
        <pc:graphicFrameChg chg="mod modGraphic">
          <ac:chgData name="Sakshi Laware" userId="72924e70aaabf041" providerId="LiveId" clId="{C50E05C0-C6F1-45B3-A81A-0F7F02388402}" dt="2026-09-07T16:41:28.996" v="92"/>
          <ac:graphicFrameMkLst>
            <pc:docMk/>
            <pc:sldMk cId="0" sldId="259"/>
            <ac:graphicFrameMk id="6" creationId="{00000000-0000-0000-0000-000000000000}"/>
          </ac:graphicFrameMkLst>
        </pc:graphicFrameChg>
      </pc:sldChg>
      <pc:sldChg chg="addSp modSp mod">
        <pc:chgData name="Sakshi Laware" userId="72924e70aaabf041" providerId="LiveId" clId="{C50E05C0-C6F1-45B3-A81A-0F7F02388402}" dt="2026-09-07T16:46:07.569" v="124" actId="255"/>
        <pc:sldMkLst>
          <pc:docMk/>
          <pc:sldMk cId="0" sldId="261"/>
        </pc:sldMkLst>
        <pc:spChg chg="add mod">
          <ac:chgData name="Sakshi Laware" userId="72924e70aaabf041" providerId="LiveId" clId="{C50E05C0-C6F1-45B3-A81A-0F7F02388402}" dt="2026-09-07T16:43:48.639" v="114" actId="20577"/>
          <ac:spMkLst>
            <pc:docMk/>
            <pc:sldMk cId="0" sldId="261"/>
            <ac:spMk id="6" creationId="{6A9A0E07-89D1-39D9-9E49-0C2620484ACB}"/>
          </ac:spMkLst>
        </pc:spChg>
        <pc:spChg chg="add mod">
          <ac:chgData name="Sakshi Laware" userId="72924e70aaabf041" providerId="LiveId" clId="{C50E05C0-C6F1-45B3-A81A-0F7F02388402}" dt="2026-09-07T16:46:07.569" v="124" actId="255"/>
          <ac:spMkLst>
            <pc:docMk/>
            <pc:sldMk cId="0" sldId="261"/>
            <ac:spMk id="8" creationId="{04A67501-530C-D70C-5A4D-43C3E898E297}"/>
          </ac:spMkLst>
        </pc:spChg>
        <pc:graphicFrameChg chg="mod">
          <ac:chgData name="Sakshi Laware" userId="72924e70aaabf041" providerId="LiveId" clId="{C50E05C0-C6F1-45B3-A81A-0F7F02388402}" dt="2026-09-07T16:45:42.396" v="120" actId="14100"/>
          <ac:graphicFrameMkLst>
            <pc:docMk/>
            <pc:sldMk cId="0" sldId="261"/>
            <ac:graphicFrameMk id="5" creationId="{00000000-0000-0000-0000-000000000000}"/>
          </ac:graphicFrameMkLst>
        </pc:graphicFrameChg>
        <pc:picChg chg="add mod">
          <ac:chgData name="Sakshi Laware" userId="72924e70aaabf041" providerId="LiveId" clId="{C50E05C0-C6F1-45B3-A81A-0F7F02388402}" dt="2026-09-07T16:44:58.631" v="117" actId="14100"/>
          <ac:picMkLst>
            <pc:docMk/>
            <pc:sldMk cId="0" sldId="261"/>
            <ac:picMk id="7" creationId="{06C2AF05-F308-8718-8FA4-1E4F1A172A99}"/>
          </ac:picMkLst>
        </pc:picChg>
      </pc:sldChg>
      <pc:sldChg chg="addSp delSp modSp mod">
        <pc:chgData name="Sakshi Laware" userId="72924e70aaabf041" providerId="LiveId" clId="{C50E05C0-C6F1-45B3-A81A-0F7F02388402}" dt="2026-09-07T16:46:53.862" v="127" actId="255"/>
        <pc:sldMkLst>
          <pc:docMk/>
          <pc:sldMk cId="0" sldId="262"/>
        </pc:sldMkLst>
        <pc:spChg chg="mod">
          <ac:chgData name="Sakshi Laware" userId="72924e70aaabf041" providerId="LiveId" clId="{C50E05C0-C6F1-45B3-A81A-0F7F02388402}" dt="2026-09-07T14:03:14.964" v="50" actId="1036"/>
          <ac:spMkLst>
            <pc:docMk/>
            <pc:sldMk cId="0" sldId="262"/>
            <ac:spMk id="6" creationId="{00000000-0000-0000-0000-000000000000}"/>
          </ac:spMkLst>
        </pc:spChg>
        <pc:spChg chg="del mod">
          <ac:chgData name="Sakshi Laware" userId="72924e70aaabf041" providerId="LiveId" clId="{C50E05C0-C6F1-45B3-A81A-0F7F02388402}" dt="2026-09-07T13:01:07.590" v="1" actId="21"/>
          <ac:spMkLst>
            <pc:docMk/>
            <pc:sldMk cId="0" sldId="262"/>
            <ac:spMk id="22" creationId="{00000000-0000-0000-0000-000000000000}"/>
          </ac:spMkLst>
        </pc:spChg>
        <pc:spChg chg="add mod">
          <ac:chgData name="Sakshi Laware" userId="72924e70aaabf041" providerId="LiveId" clId="{C50E05C0-C6F1-45B3-A81A-0F7F02388402}" dt="2026-09-07T16:46:53.862" v="127" actId="255"/>
          <ac:spMkLst>
            <pc:docMk/>
            <pc:sldMk cId="0" sldId="262"/>
            <ac:spMk id="22" creationId="{5D4CE5EF-B5FE-08DA-929F-12CA0AE9868D}"/>
          </ac:spMkLst>
        </pc:spChg>
      </pc:sldChg>
      <pc:sldChg chg="addSp modSp mod">
        <pc:chgData name="Sakshi Laware" userId="72924e70aaabf041" providerId="LiveId" clId="{C50E05C0-C6F1-45B3-A81A-0F7F02388402}" dt="2026-09-07T16:54:20.304" v="254" actId="255"/>
        <pc:sldMkLst>
          <pc:docMk/>
          <pc:sldMk cId="0" sldId="263"/>
        </pc:sldMkLst>
        <pc:spChg chg="mod">
          <ac:chgData name="Sakshi Laware" userId="72924e70aaabf041" providerId="LiveId" clId="{C50E05C0-C6F1-45B3-A81A-0F7F02388402}" dt="2026-09-07T16:50:25.053" v="202" actId="14100"/>
          <ac:spMkLst>
            <pc:docMk/>
            <pc:sldMk cId="0" sldId="263"/>
            <ac:spMk id="6" creationId="{00000000-0000-0000-0000-000000000000}"/>
          </ac:spMkLst>
        </pc:spChg>
        <pc:spChg chg="mod">
          <ac:chgData name="Sakshi Laware" userId="72924e70aaabf041" providerId="LiveId" clId="{C50E05C0-C6F1-45B3-A81A-0F7F02388402}" dt="2026-09-07T16:50:14.554" v="201" actId="12"/>
          <ac:spMkLst>
            <pc:docMk/>
            <pc:sldMk cId="0" sldId="263"/>
            <ac:spMk id="8" creationId="{00000000-0000-0000-0000-000000000000}"/>
          </ac:spMkLst>
        </pc:spChg>
        <pc:spChg chg="mod">
          <ac:chgData name="Sakshi Laware" userId="72924e70aaabf041" providerId="LiveId" clId="{C50E05C0-C6F1-45B3-A81A-0F7F02388402}" dt="2026-09-07T16:48:53.238" v="133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Sakshi Laware" userId="72924e70aaabf041" providerId="LiveId" clId="{C50E05C0-C6F1-45B3-A81A-0F7F02388402}" dt="2026-09-07T16:52:15.959" v="230" actId="20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Sakshi Laware" userId="72924e70aaabf041" providerId="LiveId" clId="{C50E05C0-C6F1-45B3-A81A-0F7F02388402}" dt="2026-09-07T16:53:07.412" v="234" actId="14100"/>
          <ac:spMkLst>
            <pc:docMk/>
            <pc:sldMk cId="0" sldId="263"/>
            <ac:spMk id="11" creationId="{00000000-0000-0000-0000-000000000000}"/>
          </ac:spMkLst>
        </pc:spChg>
        <pc:spChg chg="add mod">
          <ac:chgData name="Sakshi Laware" userId="72924e70aaabf041" providerId="LiveId" clId="{C50E05C0-C6F1-45B3-A81A-0F7F02388402}" dt="2026-09-07T16:52:46.556" v="233" actId="113"/>
          <ac:spMkLst>
            <pc:docMk/>
            <pc:sldMk cId="0" sldId="263"/>
            <ac:spMk id="12" creationId="{6090F5CB-F6D3-40C1-7125-DAF981CBE688}"/>
          </ac:spMkLst>
        </pc:spChg>
        <pc:spChg chg="add mod">
          <ac:chgData name="Sakshi Laware" userId="72924e70aaabf041" providerId="LiveId" clId="{C50E05C0-C6F1-45B3-A81A-0F7F02388402}" dt="2026-09-07T16:54:20.304" v="254" actId="255"/>
          <ac:spMkLst>
            <pc:docMk/>
            <pc:sldMk cId="0" sldId="263"/>
            <ac:spMk id="13" creationId="{F306E0C8-7D95-6B5C-2ED1-696314DDF1D7}"/>
          </ac:spMkLst>
        </pc:spChg>
      </pc:sldChg>
      <pc:sldChg chg="delSp modSp mod">
        <pc:chgData name="Sakshi Laware" userId="72924e70aaabf041" providerId="LiveId" clId="{C50E05C0-C6F1-45B3-A81A-0F7F02388402}" dt="2026-09-07T16:55:36.952" v="257" actId="207"/>
        <pc:sldMkLst>
          <pc:docMk/>
          <pc:sldMk cId="0" sldId="264"/>
        </pc:sldMkLst>
        <pc:spChg chg="mod">
          <ac:chgData name="Sakshi Laware" userId="72924e70aaabf041" providerId="LiveId" clId="{C50E05C0-C6F1-45B3-A81A-0F7F02388402}" dt="2026-09-07T16:55:12.771" v="255"/>
          <ac:spMkLst>
            <pc:docMk/>
            <pc:sldMk cId="0" sldId="264"/>
            <ac:spMk id="8" creationId="{00000000-0000-0000-0000-000000000000}"/>
          </ac:spMkLst>
        </pc:spChg>
        <pc:spChg chg="mod">
          <ac:chgData name="Sakshi Laware" userId="72924e70aaabf041" providerId="LiveId" clId="{C50E05C0-C6F1-45B3-A81A-0F7F02388402}" dt="2026-09-07T16:55:36.952" v="257" actId="207"/>
          <ac:spMkLst>
            <pc:docMk/>
            <pc:sldMk cId="0" sldId="264"/>
            <ac:spMk id="10" creationId="{00000000-0000-0000-0000-000000000000}"/>
          </ac:spMkLst>
        </pc:spChg>
        <pc:spChg chg="del">
          <ac:chgData name="Sakshi Laware" userId="72924e70aaabf041" providerId="LiveId" clId="{C50E05C0-C6F1-45B3-A81A-0F7F02388402}" dt="2026-09-07T13:01:43.689" v="2" actId="21"/>
          <ac:spMkLst>
            <pc:docMk/>
            <pc:sldMk cId="0" sldId="264"/>
            <ac:spMk id="11" creationId="{00000000-0000-0000-0000-000000000000}"/>
          </ac:spMkLst>
        </pc:spChg>
      </pc:sldChg>
      <pc:sldChg chg="addSp delSp modSp mod">
        <pc:chgData name="Sakshi Laware" userId="72924e70aaabf041" providerId="LiveId" clId="{C50E05C0-C6F1-45B3-A81A-0F7F02388402}" dt="2026-09-07T16:57:02.309" v="275" actId="14100"/>
        <pc:sldMkLst>
          <pc:docMk/>
          <pc:sldMk cId="0" sldId="265"/>
        </pc:sldMkLst>
        <pc:spChg chg="mod">
          <ac:chgData name="Sakshi Laware" userId="72924e70aaabf041" providerId="LiveId" clId="{C50E05C0-C6F1-45B3-A81A-0F7F02388402}" dt="2026-09-07T16:56:03.568" v="261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Sakshi Laware" userId="72924e70aaabf041" providerId="LiveId" clId="{C50E05C0-C6F1-45B3-A81A-0F7F02388402}" dt="2026-09-07T16:56:17.449" v="262"/>
          <ac:spMkLst>
            <pc:docMk/>
            <pc:sldMk cId="0" sldId="265"/>
            <ac:spMk id="6" creationId="{00000000-0000-0000-0000-000000000000}"/>
          </ac:spMkLst>
        </pc:spChg>
        <pc:spChg chg="mod">
          <ac:chgData name="Sakshi Laware" userId="72924e70aaabf041" providerId="LiveId" clId="{C50E05C0-C6F1-45B3-A81A-0F7F02388402}" dt="2026-09-07T16:57:02.309" v="275" actId="14100"/>
          <ac:spMkLst>
            <pc:docMk/>
            <pc:sldMk cId="0" sldId="265"/>
            <ac:spMk id="9" creationId="{00000000-0000-0000-0000-000000000000}"/>
          </ac:spMkLst>
        </pc:spChg>
        <pc:spChg chg="add del">
          <ac:chgData name="Sakshi Laware" userId="72924e70aaabf041" providerId="LiveId" clId="{C50E05C0-C6F1-45B3-A81A-0F7F02388402}" dt="2026-09-07T16:56:02.536" v="260" actId="11529"/>
          <ac:spMkLst>
            <pc:docMk/>
            <pc:sldMk cId="0" sldId="265"/>
            <ac:spMk id="10" creationId="{ABC6DA8A-12AB-3B65-48B8-293F3A86B09D}"/>
          </ac:spMkLst>
        </pc:spChg>
      </pc:sldChg>
      <pc:sldChg chg="addSp delSp modSp mod">
        <pc:chgData name="Sakshi Laware" userId="72924e70aaabf041" providerId="LiveId" clId="{C50E05C0-C6F1-45B3-A81A-0F7F02388402}" dt="2026-09-07T17:03:49.777" v="628" actId="14734"/>
        <pc:sldMkLst>
          <pc:docMk/>
          <pc:sldMk cId="0" sldId="266"/>
        </pc:sldMkLst>
        <pc:graphicFrameChg chg="del mod">
          <ac:chgData name="Sakshi Laware" userId="72924e70aaabf041" providerId="LiveId" clId="{C50E05C0-C6F1-45B3-A81A-0F7F02388402}" dt="2026-09-07T13:03:17.525" v="7" actId="21"/>
          <ac:graphicFrameMkLst>
            <pc:docMk/>
            <pc:sldMk cId="0" sldId="266"/>
            <ac:graphicFrameMk id="5" creationId="{00000000-0000-0000-0000-000000000000}"/>
          </ac:graphicFrameMkLst>
        </pc:graphicFrameChg>
        <pc:graphicFrameChg chg="add mod modGraphic">
          <ac:chgData name="Sakshi Laware" userId="72924e70aaabf041" providerId="LiveId" clId="{C50E05C0-C6F1-45B3-A81A-0F7F02388402}" dt="2026-09-07T17:03:49.777" v="628" actId="14734"/>
          <ac:graphicFrameMkLst>
            <pc:docMk/>
            <pc:sldMk cId="0" sldId="266"/>
            <ac:graphicFrameMk id="5" creationId="{890ED9F2-B4B5-03AA-0F80-7F1B785F4DB8}"/>
          </ac:graphicFrameMkLst>
        </pc:graphicFrameChg>
        <pc:graphicFrameChg chg="add del">
          <ac:chgData name="Sakshi Laware" userId="72924e70aaabf041" providerId="LiveId" clId="{C50E05C0-C6F1-45B3-A81A-0F7F02388402}" dt="2026-09-07T13:03:20.037" v="9" actId="22"/>
          <ac:graphicFrameMkLst>
            <pc:docMk/>
            <pc:sldMk cId="0" sldId="266"/>
            <ac:graphicFrameMk id="7" creationId="{F7E59695-199B-D808-E232-D1BECB015521}"/>
          </ac:graphicFrameMkLst>
        </pc:graphicFrameChg>
        <pc:graphicFrameChg chg="del modGraphic">
          <ac:chgData name="Sakshi Laware" userId="72924e70aaabf041" providerId="LiveId" clId="{C50E05C0-C6F1-45B3-A81A-0F7F02388402}" dt="2026-09-07T13:04:02.196" v="15" actId="21"/>
          <ac:graphicFrameMkLst>
            <pc:docMk/>
            <pc:sldMk cId="0" sldId="266"/>
            <ac:graphicFrameMk id="12" creationId="{00000000-0000-0000-0000-000000000000}"/>
          </ac:graphicFrameMkLst>
        </pc:graphicFrameChg>
        <pc:picChg chg="add del mod modCrop">
          <ac:chgData name="Sakshi Laware" userId="72924e70aaabf041" providerId="LiveId" clId="{C50E05C0-C6F1-45B3-A81A-0F7F02388402}" dt="2026-09-07T17:03:31.739" v="624" actId="478"/>
          <ac:picMkLst>
            <pc:docMk/>
            <pc:sldMk cId="0" sldId="266"/>
            <ac:picMk id="9" creationId="{E91C0C57-E72F-DBCF-6CEB-BA9274BB2462}"/>
          </ac:picMkLst>
        </pc:picChg>
        <pc:picChg chg="add del mod modCrop">
          <ac:chgData name="Sakshi Laware" userId="72924e70aaabf041" providerId="LiveId" clId="{C50E05C0-C6F1-45B3-A81A-0F7F02388402}" dt="2026-09-07T17:03:23.755" v="621" actId="21"/>
          <ac:picMkLst>
            <pc:docMk/>
            <pc:sldMk cId="0" sldId="266"/>
            <ac:picMk id="10" creationId="{D1DE927E-9794-ECBF-612E-EFE3FF334230}"/>
          </ac:picMkLst>
        </pc:picChg>
      </pc:sldChg>
      <pc:sldChg chg="modSp mod">
        <pc:chgData name="Sakshi Laware" userId="72924e70aaabf041" providerId="LiveId" clId="{C50E05C0-C6F1-45B3-A81A-0F7F02388402}" dt="2026-09-07T17:04:23.419" v="630" actId="20577"/>
        <pc:sldMkLst>
          <pc:docMk/>
          <pc:sldMk cId="0" sldId="267"/>
        </pc:sldMkLst>
        <pc:spChg chg="mod">
          <ac:chgData name="Sakshi Laware" userId="72924e70aaabf041" providerId="LiveId" clId="{C50E05C0-C6F1-45B3-A81A-0F7F02388402}" dt="2026-09-07T17:04:23.419" v="630" actId="20577"/>
          <ac:spMkLst>
            <pc:docMk/>
            <pc:sldMk cId="0" sldId="267"/>
            <ac:spMk id="20" creationId="{00000000-0000-0000-0000-000000000000}"/>
          </ac:spMkLst>
        </pc:spChg>
      </pc:sldChg>
      <pc:sldChg chg="addSp delSp modSp mod">
        <pc:chgData name="Sakshi Laware" userId="72924e70aaabf041" providerId="LiveId" clId="{C50E05C0-C6F1-45B3-A81A-0F7F02388402}" dt="2026-09-07T17:04:49.971" v="633" actId="14100"/>
        <pc:sldMkLst>
          <pc:docMk/>
          <pc:sldMk cId="0" sldId="268"/>
        </pc:sldMkLst>
        <pc:spChg chg="del">
          <ac:chgData name="Sakshi Laware" userId="72924e70aaabf041" providerId="LiveId" clId="{C50E05C0-C6F1-45B3-A81A-0F7F02388402}" dt="2026-09-07T13:06:02.046" v="30" actId="478"/>
          <ac:spMkLst>
            <pc:docMk/>
            <pc:sldMk cId="0" sldId="268"/>
            <ac:spMk id="5" creationId="{00000000-0000-0000-0000-000000000000}"/>
          </ac:spMkLst>
        </pc:spChg>
        <pc:spChg chg="del">
          <ac:chgData name="Sakshi Laware" userId="72924e70aaabf041" providerId="LiveId" clId="{C50E05C0-C6F1-45B3-A81A-0F7F02388402}" dt="2026-09-07T13:06:05.952" v="33" actId="478"/>
          <ac:spMkLst>
            <pc:docMk/>
            <pc:sldMk cId="0" sldId="268"/>
            <ac:spMk id="6" creationId="{00000000-0000-0000-0000-000000000000}"/>
          </ac:spMkLst>
        </pc:spChg>
        <pc:spChg chg="del">
          <ac:chgData name="Sakshi Laware" userId="72924e70aaabf041" providerId="LiveId" clId="{C50E05C0-C6F1-45B3-A81A-0F7F02388402}" dt="2026-09-07T13:06:04.729" v="32" actId="478"/>
          <ac:spMkLst>
            <pc:docMk/>
            <pc:sldMk cId="0" sldId="268"/>
            <ac:spMk id="7" creationId="{00000000-0000-0000-0000-000000000000}"/>
          </ac:spMkLst>
        </pc:spChg>
        <pc:spChg chg="del">
          <ac:chgData name="Sakshi Laware" userId="72924e70aaabf041" providerId="LiveId" clId="{C50E05C0-C6F1-45B3-A81A-0F7F02388402}" dt="2026-09-07T13:06:03.087" v="31" actId="478"/>
          <ac:spMkLst>
            <pc:docMk/>
            <pc:sldMk cId="0" sldId="268"/>
            <ac:spMk id="8" creationId="{00000000-0000-0000-0000-000000000000}"/>
          </ac:spMkLst>
        </pc:spChg>
        <pc:spChg chg="del">
          <ac:chgData name="Sakshi Laware" userId="72924e70aaabf041" providerId="LiveId" clId="{C50E05C0-C6F1-45B3-A81A-0F7F02388402}" dt="2026-09-07T13:06:11.520" v="36" actId="478"/>
          <ac:spMkLst>
            <pc:docMk/>
            <pc:sldMk cId="0" sldId="268"/>
            <ac:spMk id="9" creationId="{00000000-0000-0000-0000-000000000000}"/>
          </ac:spMkLst>
        </pc:spChg>
        <pc:spChg chg="del mod">
          <ac:chgData name="Sakshi Laware" userId="72924e70aaabf041" providerId="LiveId" clId="{C50E05C0-C6F1-45B3-A81A-0F7F02388402}" dt="2026-09-07T13:06:08.846" v="35" actId="478"/>
          <ac:spMkLst>
            <pc:docMk/>
            <pc:sldMk cId="0" sldId="268"/>
            <ac:spMk id="10" creationId="{00000000-0000-0000-0000-000000000000}"/>
          </ac:spMkLst>
        </pc:spChg>
        <pc:spChg chg="del">
          <ac:chgData name="Sakshi Laware" userId="72924e70aaabf041" providerId="LiveId" clId="{C50E05C0-C6F1-45B3-A81A-0F7F02388402}" dt="2026-09-07T13:06:12.928" v="37" actId="478"/>
          <ac:spMkLst>
            <pc:docMk/>
            <pc:sldMk cId="0" sldId="268"/>
            <ac:spMk id="11" creationId="{00000000-0000-0000-0000-000000000000}"/>
          </ac:spMkLst>
        </pc:spChg>
        <pc:spChg chg="del mod">
          <ac:chgData name="Sakshi Laware" userId="72924e70aaabf041" providerId="LiveId" clId="{C50E05C0-C6F1-45B3-A81A-0F7F02388402}" dt="2026-09-07T13:06:20.095" v="40" actId="478"/>
          <ac:spMkLst>
            <pc:docMk/>
            <pc:sldMk cId="0" sldId="268"/>
            <ac:spMk id="12" creationId="{00000000-0000-0000-0000-000000000000}"/>
          </ac:spMkLst>
        </pc:spChg>
        <pc:spChg chg="del">
          <ac:chgData name="Sakshi Laware" userId="72924e70aaabf041" providerId="LiveId" clId="{C50E05C0-C6F1-45B3-A81A-0F7F02388402}" dt="2026-09-07T13:06:17.325" v="38" actId="478"/>
          <ac:spMkLst>
            <pc:docMk/>
            <pc:sldMk cId="0" sldId="268"/>
            <ac:spMk id="13" creationId="{00000000-0000-0000-0000-000000000000}"/>
          </ac:spMkLst>
        </pc:spChg>
        <pc:spChg chg="del mod">
          <ac:chgData name="Sakshi Laware" userId="72924e70aaabf041" providerId="LiveId" clId="{C50E05C0-C6F1-45B3-A81A-0F7F02388402}" dt="2026-09-07T13:06:00.607" v="29" actId="478"/>
          <ac:spMkLst>
            <pc:docMk/>
            <pc:sldMk cId="0" sldId="268"/>
            <ac:spMk id="14" creationId="{00000000-0000-0000-0000-000000000000}"/>
          </ac:spMkLst>
        </pc:spChg>
        <pc:picChg chg="add mod">
          <ac:chgData name="Sakshi Laware" userId="72924e70aaabf041" providerId="LiveId" clId="{C50E05C0-C6F1-45B3-A81A-0F7F02388402}" dt="2026-09-07T17:04:49.971" v="633" actId="14100"/>
          <ac:picMkLst>
            <pc:docMk/>
            <pc:sldMk cId="0" sldId="268"/>
            <ac:picMk id="6" creationId="{ED9D7F0F-647C-353D-725D-F4F972BB5505}"/>
          </ac:picMkLst>
        </pc:picChg>
        <pc:picChg chg="add del">
          <ac:chgData name="Sakshi Laware" userId="72924e70aaabf041" providerId="LiveId" clId="{C50E05C0-C6F1-45B3-A81A-0F7F02388402}" dt="2026-09-07T13:06:34.406" v="42" actId="22"/>
          <ac:picMkLst>
            <pc:docMk/>
            <pc:sldMk cId="0" sldId="268"/>
            <ac:picMk id="16" creationId="{B13AE5D3-0142-234D-1298-352216B9AB77}"/>
          </ac:picMkLst>
        </pc:picChg>
        <pc:picChg chg="add del mod">
          <ac:chgData name="Sakshi Laware" userId="72924e70aaabf041" providerId="LiveId" clId="{C50E05C0-C6F1-45B3-A81A-0F7F02388402}" dt="2026-09-07T13:59:59.805" v="46" actId="478"/>
          <ac:picMkLst>
            <pc:docMk/>
            <pc:sldMk cId="0" sldId="268"/>
            <ac:picMk id="18" creationId="{061F6F38-6F4F-DD42-6BA0-A7777346B7A1}"/>
          </ac:picMkLst>
        </pc:picChg>
        <pc:picChg chg="add del mod">
          <ac:chgData name="Sakshi Laware" userId="72924e70aaabf041" providerId="LiveId" clId="{C50E05C0-C6F1-45B3-A81A-0F7F02388402}" dt="2026-09-07T17:04:37.330" v="631" actId="478"/>
          <ac:picMkLst>
            <pc:docMk/>
            <pc:sldMk cId="0" sldId="268"/>
            <ac:picMk id="20" creationId="{50978B9B-D7CF-428A-A0C9-97CA4D6330EC}"/>
          </ac:picMkLst>
        </pc:picChg>
      </pc:sldChg>
      <pc:sldChg chg="modSp mod">
        <pc:chgData name="Sakshi Laware" userId="72924e70aaabf041" providerId="LiveId" clId="{C50E05C0-C6F1-45B3-A81A-0F7F02388402}" dt="2026-09-07T17:05:23.127" v="635" actId="207"/>
        <pc:sldMkLst>
          <pc:docMk/>
          <pc:sldMk cId="0" sldId="269"/>
        </pc:sldMkLst>
        <pc:spChg chg="mod">
          <ac:chgData name="Sakshi Laware" userId="72924e70aaabf041" providerId="LiveId" clId="{C50E05C0-C6F1-45B3-A81A-0F7F02388402}" dt="2026-09-07T17:05:23.127" v="635" actId="207"/>
          <ac:spMkLst>
            <pc:docMk/>
            <pc:sldMk cId="0" sldId="269"/>
            <ac:spMk id="7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</a:rPr>
              <a:t>Top Skills Mentioned Across 2,412 Postings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Postings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Communication</c:v>
                </c:pt>
                <c:pt idx="1">
                  <c:v>Leadership</c:v>
                </c:pt>
                <c:pt idx="2">
                  <c:v>Sales</c:v>
                </c:pt>
                <c:pt idx="3">
                  <c:v>Customer Service</c:v>
                </c:pt>
                <c:pt idx="4">
                  <c:v>Excel</c:v>
                </c:pt>
                <c:pt idx="5">
                  <c:v>MS Office</c:v>
                </c:pt>
                <c:pt idx="6">
                  <c:v>Marketing</c:v>
                </c:pt>
                <c:pt idx="7">
                  <c:v>Project Mgmt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1163</c:v>
                </c:pt>
                <c:pt idx="1">
                  <c:v>576</c:v>
                </c:pt>
                <c:pt idx="2">
                  <c:v>502</c:v>
                </c:pt>
                <c:pt idx="3">
                  <c:v>441</c:v>
                </c:pt>
                <c:pt idx="4">
                  <c:v>371</c:v>
                </c:pt>
                <c:pt idx="5">
                  <c:v>352</c:v>
                </c:pt>
                <c:pt idx="6">
                  <c:v>289</c:v>
                </c:pt>
                <c:pt idx="7">
                  <c:v>216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40-47B3-86E2-B1A2ABBB8F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6594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4688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Extraction from Job Descriptions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5661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dirty="0">
                <a:solidFill>
                  <a:schemeClr val="bg1"/>
                </a:solidFill>
              </a:rPr>
              <a:t>Finding important skills from job descriptions using NLP and Machine Learning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Data Science Project  |  Notebook + FastAPI + React + Power BI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dirty="0"/>
              <a:t>Job descriptions contain important skills inside long and unstructured text.</a:t>
            </a:r>
          </a:p>
          <a:p>
            <a:r>
              <a:rPr lang="en-IN" sz="1600" dirty="0"/>
              <a:t>Finding these skills manually from thousands of job postings takes a lot of time.</a:t>
            </a:r>
          </a:p>
          <a:p>
            <a:r>
              <a:rPr lang="en-IN" sz="1600" dirty="0"/>
              <a:t>Skills are mixed with other information like responsibilities, benefits and company details.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65760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does not scale past a handful of postings.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297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42976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mixes company culture, benefits, and requirements together.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89520" y="1554480"/>
            <a:ext cx="4023360" cy="4480560"/>
          </a:xfrm>
          <a:prstGeom prst="roundRect">
            <a:avLst>
              <a:gd name="adj" fmla="val 2727"/>
            </a:avLst>
          </a:prstGeom>
          <a:solidFill>
            <a:srgbClr val="EAF3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589520" y="19202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2,412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29260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job postings analyzed in this project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37490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1.92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46177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skills detected per posting (dictionary method)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Use Case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3474720" cy="3291840"/>
          </a:xfrm>
          <a:prstGeom prst="roundRect">
            <a:avLst>
              <a:gd name="adj" fmla="val 2778"/>
            </a:avLst>
          </a:prstGeom>
          <a:solidFill>
            <a:srgbClr val="EAF3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/>
              <a:t>Find which skills are most needed for different jobs and locations, so recruiters can find the right candidates easily.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474720" cy="3291840"/>
          </a:xfrm>
          <a:prstGeom prst="roundRect">
            <a:avLst>
              <a:gd name="adj" fmla="val 2778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Planners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42316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>
                <a:solidFill>
                  <a:schemeClr val="bg1"/>
                </a:solidFill>
              </a:rPr>
              <a:t>Identify which skills are becoming more or less popular, so organizations can plan better training programs.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3474720" cy="3291840"/>
          </a:xfrm>
          <a:prstGeom prst="roundRect">
            <a:avLst>
              <a:gd name="adj" fmla="val 2778"/>
            </a:avLst>
          </a:prstGeom>
          <a:solidFill>
            <a:srgbClr val="EAF3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7532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42316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/>
              <a:t>Understand which skills are commonly required for a particular job.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postings.csv — real LinkedIn-style job postings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901856"/>
              </p:ext>
            </p:extLst>
          </p:nvPr>
        </p:nvGraphicFramePr>
        <p:xfrm>
          <a:off x="548640" y="2103120"/>
          <a:ext cx="5943600" cy="2377440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job_id, title, company_name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job description text (primary field)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location, </a:t>
                      </a:r>
                      <a:r>
                        <a:rPr lang="en-US" sz="1100" dirty="0" err="1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work_type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Posting metadata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 err="1"/>
                        <a:t>formatted_experience_level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/>
                        <a:t>Required experience 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78381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0" y="1554480"/>
            <a:ext cx="4754880" cy="4480560"/>
          </a:xfrm>
          <a:prstGeom prst="roundRect">
            <a:avLst>
              <a:gd name="adj" fmla="val 2041"/>
            </a:avLst>
          </a:prstGeom>
          <a:solidFill>
            <a:srgbClr val="EAF3F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0" y="17373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22860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loaded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0" y="2286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132320" y="27889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de-dup / cleaning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0" y="2788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2,412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0" y="32918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company_name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0" y="32918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132320" y="3794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experience level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0" y="3794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527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132320" y="42976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job_id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0" y="42976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459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HTML tags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3317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URLs &amp; emails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0175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phone numbers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703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special characters (keep + # . for tech terms)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3891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whitespace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0749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&amp; drop duplicate/empty descriptions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1295C"/>
          </a:solidFill>
          <a:ln/>
        </p:spPr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585760656"/>
              </p:ext>
            </p:extLst>
          </p:nvPr>
        </p:nvGraphicFramePr>
        <p:xfrm>
          <a:off x="548639" y="1554480"/>
          <a:ext cx="6865931" cy="42211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A9A0E07-89D1-39D9-9E49-0C2620484ACB}"/>
              </a:ext>
            </a:extLst>
          </p:cNvPr>
          <p:cNvSpPr txBox="1"/>
          <p:nvPr/>
        </p:nvSpPr>
        <p:spPr>
          <a:xfrm>
            <a:off x="7427167" y="1754155"/>
            <a:ext cx="45533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I checked: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Number of job postings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Job titles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Job locations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Description length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Most common skills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Missing values </a:t>
            </a:r>
          </a:p>
          <a:p>
            <a:r>
              <a:rPr lang="en-IN" sz="1400" dirty="0"/>
              <a:t>This helped to understand the data before extracting skills.</a:t>
            </a:r>
          </a:p>
          <a:p>
            <a:endParaRPr lang="en-IN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C2AF05-F308-8718-8FA4-1E4F1A172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7166" y="3695272"/>
            <a:ext cx="4540745" cy="27055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A67501-530C-D70C-5A4D-43C3E898E297}"/>
              </a:ext>
            </a:extLst>
          </p:cNvPr>
          <p:cNvSpPr txBox="1"/>
          <p:nvPr/>
        </p:nvSpPr>
        <p:spPr>
          <a:xfrm>
            <a:off x="561234" y="5958530"/>
            <a:ext cx="6865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These are the skills that appear most often in our job postings.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65176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EAF3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661091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JD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2651760"/>
            <a:ext cx="182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68880" y="265176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EAF3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468880" y="265176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251960" y="2651760"/>
            <a:ext cx="182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89120" y="265176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EAF3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89120" y="265176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2651760"/>
            <a:ext cx="182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09360" y="265176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265176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Extraction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092440" y="2651760"/>
            <a:ext cx="182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0" y="265176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EAF3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0" y="265176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012680" y="2651760"/>
            <a:ext cx="182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149840" y="265176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EAF3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149840" y="265176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4CE5EF-B5FE-08DA-929F-12CA0AE9868D}"/>
              </a:ext>
            </a:extLst>
          </p:cNvPr>
          <p:cNvSpPr txBox="1"/>
          <p:nvPr/>
        </p:nvSpPr>
        <p:spPr>
          <a:xfrm>
            <a:off x="662473" y="4273420"/>
            <a:ext cx="11270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First, we take the raw job description and clean it. Then we process the text, extract skills using different methods, make the skill names consistent, and create structured skill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+ REGEX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Approach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Matching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We created a skill taxonomy containing 40 common skills and their aliases.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The system checks each job description against this predefined skill list.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If a skill or its known alias is found, it is extracted.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We use word boundaries so that partial or incorrect matches can be avoided.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This method is simple, fast and accurate for skills already present in our taxonomy.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6309360" y="1554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/ Phrase Matching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10312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Regex means Regular Expression and is used to find specific patterns in text.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It helps us identify different forms and phrases of a skill.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It can handle cases such as “Python 3”, “machine-learning” and “Power BI”.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This helps find skill mentions that a simple dictionary match may miss.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Regex improves coverage, but some variations may still be missed.</a:t>
            </a:r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EAF3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846320"/>
            <a:ext cx="48033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300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require a Data Scientist with Python, Pandas, NumPy, Scikit-learn, SQL and AWS experience."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394960"/>
            <a:ext cx="48033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: AWS, NumPy, Pandas, Python, SQL, Scikit-learn </a:t>
            </a:r>
            <a:endParaRPr lang="en-US" sz="13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90F5CB-F6D3-40C1-7125-DAF981CBE688}"/>
              </a:ext>
            </a:extLst>
          </p:cNvPr>
          <p:cNvSpPr txBox="1"/>
          <p:nvPr/>
        </p:nvSpPr>
        <p:spPr>
          <a:xfrm>
            <a:off x="6242180" y="5001208"/>
            <a:ext cx="522514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b="1" dirty="0">
                <a:solidFill>
                  <a:srgbClr val="002060"/>
                </a:solidFill>
              </a:rPr>
              <a:t>Example</a:t>
            </a:r>
            <a:r>
              <a:rPr lang="en-IN" sz="1300" dirty="0"/>
              <a:t> - “</a:t>
            </a:r>
            <a:r>
              <a:rPr lang="en-IN" sz="1300" i="1" dirty="0"/>
              <a:t>Experience with Python 3, machine-learning and Power BI.”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06E0C8-7D95-6B5C-2ED1-696314DDF1D7}"/>
              </a:ext>
            </a:extLst>
          </p:cNvPr>
          <p:cNvSpPr txBox="1"/>
          <p:nvPr/>
        </p:nvSpPr>
        <p:spPr>
          <a:xfrm>
            <a:off x="6242180" y="5570376"/>
            <a:ext cx="522514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b="1" dirty="0">
                <a:solidFill>
                  <a:schemeClr val="accent5">
                    <a:lumMod val="75000"/>
                  </a:schemeClr>
                </a:solidFill>
              </a:rPr>
              <a:t>Extracted : Python, Machine Learning, Power BI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WEAK-SUPERVISED CLASSIFIER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Approach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TF-IDF (3,000 features) → Logistic Regression → predicted skill category, trained on weak labels derived from dictionary-matched skills per posting.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EAF3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834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weak labels?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/>
              <a:t>We did not have a manually labelled dataset.</a:t>
            </a:r>
          </a:p>
          <a:p>
            <a:r>
              <a:rPr lang="en-IN" sz="1400" dirty="0"/>
              <a:t>So, we used the skills found by the Dictionary method to create labels for the ML model.</a:t>
            </a:r>
          </a:p>
          <a:p>
            <a:r>
              <a:rPr lang="en-IN" sz="1400" dirty="0"/>
              <a:t>These labels are approximate and are not manually verified.</a:t>
            </a:r>
          </a:p>
        </p:txBody>
      </p:sp>
      <p:sp>
        <p:nvSpPr>
          <p:cNvPr id="9" name="Shape 7"/>
          <p:cNvSpPr/>
          <p:nvPr/>
        </p:nvSpPr>
        <p:spPr>
          <a:xfrm>
            <a:off x="5852160" y="2651760"/>
            <a:ext cx="5760720" cy="3291840"/>
          </a:xfrm>
          <a:prstGeom prst="roundRect">
            <a:avLst>
              <a:gd name="adj" fmla="val 2778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56960" y="370332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>
                <a:solidFill>
                  <a:schemeClr val="bg1"/>
                </a:solidFill>
              </a:rPr>
              <a:t>We used 75% data for training and 25% for testing.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NLP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Approach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NLP → TF-IDF → Word Embeddings → NER → Transformers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/>
              <a:t>Transformers understand the meaning of words using the surrounding text.</a:t>
            </a:r>
          </a:p>
          <a:p>
            <a:r>
              <a:rPr lang="en-IN" sz="1400" dirty="0"/>
              <a:t>They can handle cases where the same word may have different meanings.</a:t>
            </a:r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64240" cy="2103120"/>
          </a:xfrm>
          <a:prstGeom prst="roundRect">
            <a:avLst>
              <a:gd name="adj" fmla="val 4348"/>
            </a:avLst>
          </a:prstGeom>
          <a:solidFill>
            <a:srgbClr val="EAF3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749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the application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06240"/>
            <a:ext cx="52046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/>
              <a:t>A pretrained BERT-based NER model is used in our </a:t>
            </a:r>
            <a:r>
              <a:rPr lang="en-IN" sz="1400" dirty="0" err="1"/>
              <a:t>FastAPI</a:t>
            </a:r>
            <a:r>
              <a:rPr lang="en-IN" sz="1400" dirty="0"/>
              <a:t> backend.</a:t>
            </a:r>
          </a:p>
          <a:p>
            <a:r>
              <a:rPr lang="en-IN" sz="1400" dirty="0"/>
              <a:t>Its results can be compared with Dictionary, Regex and </a:t>
            </a:r>
            <a:r>
              <a:rPr lang="en-IN" sz="1400" dirty="0" err="1"/>
              <a:t>spaCy</a:t>
            </a:r>
            <a:r>
              <a:rPr lang="en-IN" sz="1400" dirty="0"/>
              <a:t> NER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EVALUATED HEAD-TO-HEAD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1295C"/>
          </a:solidFill>
          <a:ln/>
        </p:spPr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90ED9F2-B4B5-03AA-0F80-7F1B785F4D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78901"/>
              </p:ext>
            </p:extLst>
          </p:nvPr>
        </p:nvGraphicFramePr>
        <p:xfrm>
          <a:off x="548640" y="1554686"/>
          <a:ext cx="11525171" cy="420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646">
                  <a:extLst>
                    <a:ext uri="{9D8B030D-6E8A-4147-A177-3AD203B41FA5}">
                      <a16:colId xmlns:a16="http://schemas.microsoft.com/office/drawing/2014/main" val="1342647509"/>
                    </a:ext>
                  </a:extLst>
                </a:gridCol>
                <a:gridCol w="2535260">
                  <a:extLst>
                    <a:ext uri="{9D8B030D-6E8A-4147-A177-3AD203B41FA5}">
                      <a16:colId xmlns:a16="http://schemas.microsoft.com/office/drawing/2014/main" val="632414096"/>
                    </a:ext>
                  </a:extLst>
                </a:gridCol>
                <a:gridCol w="1646453">
                  <a:extLst>
                    <a:ext uri="{9D8B030D-6E8A-4147-A177-3AD203B41FA5}">
                      <a16:colId xmlns:a16="http://schemas.microsoft.com/office/drawing/2014/main" val="3649509665"/>
                    </a:ext>
                  </a:extLst>
                </a:gridCol>
                <a:gridCol w="1646453">
                  <a:extLst>
                    <a:ext uri="{9D8B030D-6E8A-4147-A177-3AD203B41FA5}">
                      <a16:colId xmlns:a16="http://schemas.microsoft.com/office/drawing/2014/main" val="521819289"/>
                    </a:ext>
                  </a:extLst>
                </a:gridCol>
                <a:gridCol w="1646453">
                  <a:extLst>
                    <a:ext uri="{9D8B030D-6E8A-4147-A177-3AD203B41FA5}">
                      <a16:colId xmlns:a16="http://schemas.microsoft.com/office/drawing/2014/main" val="1078468993"/>
                    </a:ext>
                  </a:extLst>
                </a:gridCol>
                <a:gridCol w="1646453">
                  <a:extLst>
                    <a:ext uri="{9D8B030D-6E8A-4147-A177-3AD203B41FA5}">
                      <a16:colId xmlns:a16="http://schemas.microsoft.com/office/drawing/2014/main" val="2572186055"/>
                    </a:ext>
                  </a:extLst>
                </a:gridCol>
                <a:gridCol w="1646453">
                  <a:extLst>
                    <a:ext uri="{9D8B030D-6E8A-4147-A177-3AD203B41FA5}">
                      <a16:colId xmlns:a16="http://schemas.microsoft.com/office/drawing/2014/main" val="1018760427"/>
                    </a:ext>
                  </a:extLst>
                </a:gridCol>
              </a:tblGrid>
              <a:tr h="563912">
                <a:tc>
                  <a:txBody>
                    <a:bodyPr/>
                    <a:lstStyle/>
                    <a:p>
                      <a:r>
                        <a:rPr lang="en-IN" dirty="0"/>
                        <a:t>Sr.no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F1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Average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 Scored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833082"/>
                  </a:ext>
                </a:extLst>
              </a:tr>
              <a:tr h="973327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Dictionary 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0.529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699441"/>
                  </a:ext>
                </a:extLst>
              </a:tr>
              <a:tr h="563912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Regex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39.316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7909356"/>
                  </a:ext>
                </a:extLst>
              </a:tr>
              <a:tr h="563912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TF-IDF (proxy)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533309"/>
                  </a:ext>
                </a:extLst>
              </a:tr>
              <a:tr h="973327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ML Classifier (Weak </a:t>
                      </a:r>
                      <a:r>
                        <a:rPr lang="en-IN" dirty="0" err="1"/>
                        <a:t>Labeled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153.933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549267"/>
                  </a:ext>
                </a:extLst>
              </a:tr>
              <a:tr h="563912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242.851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0093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METHODS DISAGREE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00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Entity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6002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"Python programming" extracted instead of canonical "Python"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 Problem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514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"ML" not recognized as "Machine Learning" by exact matching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429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Entity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34290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"AWS Cloud" captured as one unit instead of "AWS"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343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Problem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43434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like "Pyhton" matching nothing in the taxonomy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ANALYTICS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1295C"/>
          </a:solidFill>
          <a:ln/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9D7F0F-647C-353D-725D-F4F972BB5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03648"/>
            <a:ext cx="11049000" cy="533050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FASTAPI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>
                <a:solidFill>
                  <a:schemeClr val="bg1"/>
                </a:solidFill>
              </a:rPr>
              <a:t>Shows important numbers and top skills.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126480" y="164592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EAF3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1874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4231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JD, get skills instantly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EAF3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069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6177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vs Regex vs NER vs Transformer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384048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EAF3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4069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Explorer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46177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 2,412 postings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544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matching gives perfect precision on known terms; Regex extends coverage to phrase/version variants at a small recall cost (F1 = 0.949).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606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is a strong candidate-generator, not a standalone labeled extractor — only ~a fraction of its top terms are true skills.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5760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weak-supervised ML classifier demonstrates that even noisy proxy labels let a simple model learn a useful signal.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7091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rule-based precision (Dictionary/Regex) with contextual models (NER/Transformer) balances precision and coverage better than any single method alone.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4688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5661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project goes next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Extend model_comparison.csv with measured precision/recall/F1 for NER and Transformer, now that both run live in the backend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83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Replace weak-supervision labels with a small hand-annotated gold set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Expand the skill taxonomy using top TF-IDF/n-gram candidates not yet catalogued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 a feedback loop: let recruiters confirm/reject extracted skills to retrain the classifier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1117</Words>
  <Application>Microsoft Office PowerPoint</Application>
  <PresentationFormat>Widescreen</PresentationFormat>
  <Paragraphs>227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Sakshi Laware</cp:lastModifiedBy>
  <cp:revision>1</cp:revision>
  <dcterms:created xsi:type="dcterms:W3CDTF">2026-09-07T12:53:08Z</dcterms:created>
  <dcterms:modified xsi:type="dcterms:W3CDTF">2026-09-07T17:05:23Z</dcterms:modified>
</cp:coreProperties>
</file>